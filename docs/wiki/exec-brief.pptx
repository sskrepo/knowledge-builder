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Builder Framework  ·  Executive Brief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BUILDER FRAMEWORK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knowledge layer for every AI agent in FAaaS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product/engineering leadership · executive sponsors · persona team leads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 ·  2026-05-05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0" y="5486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10 minutes  ·  14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re-builds context from scratch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21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ingests; many consumers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bottom-up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 persona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shape to the kind of knowledge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narrows to PM, TPM, Aira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681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+ OpenAI + LangGraph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plan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5321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each shippable on its own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23444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quality discipline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eval, telemetry from day one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187452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376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23760" y="2121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251460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2376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2376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leadership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315468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376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0" y="379476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2376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2376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outcome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443484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2376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223760" y="4681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Deeper-dive documents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83680" y="507492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22376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223760" y="5321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 unblock Phase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in FAaaS is re-building context from scratch.</a:t>
            </a:r>
            <a:endParaRPr lang="en-US" sz="1400" dirty="0"/>
          </a:p>
        </p:txBody>
      </p:sp>
      <p:pic>
        <p:nvPicPr>
          <p:cNvPr id="4" name="Image 0" descr="/tmp/kb-docx-build/diagrams/exec-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6858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5544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answers — every query re-pays the ingestion cost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infra cost across consumers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 — each agent has its own outdated snapshot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citations, no eval gates, no cost visibility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persona-agent triples the integration tax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ingests.  Many consumers query.</a:t>
            </a:r>
            <a:endParaRPr lang="en-US" sz="1400" dirty="0"/>
          </a:p>
        </p:txBody>
      </p:sp>
      <p:pic>
        <p:nvPicPr>
          <p:cNvPr id="4" name="Image 0" descr="/tmp/kb-docx-build/diagrams/exec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109728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on every answer  ·  eval gates on every change  ·  cost per query reported daily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Five-layer architecture (bottom → top)</a:t>
            </a:r>
            <a:endParaRPr lang="en-US" sz="2800" dirty="0"/>
          </a:p>
        </p:txBody>
      </p:sp>
      <p:pic>
        <p:nvPicPr>
          <p:cNvPr id="3" name="Image 0" descr="/tmp/kb-docx-build/diagrams/exec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6858000" cy="5029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4114800" cy="45720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 Knowledge bases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persona's data, in the right shape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 KB shim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KB self-describes its capabilities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 Persona skills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skill per persona; fans out across that persona's KBs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+ persona prompts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 FAaaS shim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domain ontology that lets the orchestrator 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+ curated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 Orchestrator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skills, merges results, cites 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Polyglot per persona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persona's knowledge needs multiple shapes.</a:t>
            </a:r>
            <a:endParaRPr lang="en-US" sz="1400" dirty="0"/>
          </a:p>
        </p:txBody>
      </p:sp>
      <p:pic>
        <p:nvPicPr>
          <p:cNvPr id="4" name="Image 0" descr="/tmp/kb-docx-build/diagrams/exec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shape to the kind of knowledge: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0" y="1828800"/>
            <a:ext cx="10058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8288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narrative — designs, runbooks, decisions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10058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412480" y="2606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observations — incidents, tickets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0" y="3383280"/>
            <a:ext cx="10058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3832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0" y="3383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— resource hierarchy, service deps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0" y="4160520"/>
            <a:ext cx="10058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4160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12480" y="4160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enumerable state — live fleet, structured fields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persona's knowledge_bases are heterogeneous by design.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Personas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starts narrow on purpose.  Adding personas later is config-only.</a:t>
            </a:r>
            <a:endParaRPr lang="en-US" sz="1400" dirty="0"/>
          </a:p>
        </p:txBody>
      </p:sp>
      <p:pic>
        <p:nvPicPr>
          <p:cNvPr id="4" name="Image 0" descr="/tmp/kb-docx-build/diagrams/exec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109728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producers  </a:t>
            </a:r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contract end-to-end. </a:t>
            </a:r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Eng Mgr, Ops Mgr, Service Owner, …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afterwards is one YAML + one JSON-Schema — no framework changes.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Tech stack</a:t>
            </a:r>
            <a:endParaRPr lang="en-US" sz="2800" dirty="0"/>
          </a:p>
        </p:txBody>
      </p:sp>
      <p:pic>
        <p:nvPicPr>
          <p:cNvPr id="3" name="Image 0" descr="/tmp/kb-docx-build/diagrams/exec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80160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381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(DECISION-001/002/003):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381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Autonomous DB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38160" y="1984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converged engine — vector + SQL + graph + JSON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1381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38160" y="2761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text-embedding-3-large (Oracle-certified)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381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on OCI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3538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with control + debuggability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3816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wikis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diff/PR/blame for free; bodies in git, metadata in DB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3816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Vault, Object Storage, Streaming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38160" y="5093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+ raw + events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posture: framework code stays provider-agnostic at two seams (Store, LLMClient) — a future swap is bounded.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Phase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ships its own slice end-to-end.  No "build the whole framework first."</a:t>
            </a:r>
            <a:endParaRPr lang="en-US" sz="1400" dirty="0"/>
          </a:p>
        </p:txBody>
      </p:sp>
      <p:pic>
        <p:nvPicPr>
          <p:cNvPr id="4" name="Image 0" descr="/tmp/kb-docx-build/diagrams/exec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80160"/>
            <a:ext cx="6858000" cy="36576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4114800" cy="3657600"/>
        </p:xfrm>
        <a:graphic>
          <a:graphicData uri="http://schemas.openxmlformats.org/drawingml/2006/table">
            <a:tbl>
              <a:tblPr/>
              <a:tblGrid>
                <a:gridCol w="457200"/>
                <a:gridCol w="219456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+ ADRs + persona-builder contract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to 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KB end-to-end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Aira parity with citations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read-through + Code wiki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Mixed-source queries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+ TPM Knowledge Builders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non-incident persona KBs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 + FA semantic graph + dashboards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ops posture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solidFill>
            <a:srgbClr val="0D1641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52578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hard exit gate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Aira matches/beats current incident KB on a 25-question gold set  ·  ≥80% recall  ·  retrieval p95 &lt;500ms with citations  ·  idempotency verified  ·  eval CI green.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Cost &amp; quality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from v1 — what makes the layer trustworthy.</a:t>
            </a:r>
            <a:endParaRPr lang="en-US" sz="1400" dirty="0"/>
          </a:p>
        </p:txBody>
      </p:sp>
      <p:pic>
        <p:nvPicPr>
          <p:cNvPr id="4" name="Image 0" descr="/tmp/kb-docx-build/diagrams/exec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80160"/>
            <a:ext cx="68580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371600"/>
            <a:ext cx="16459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1664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sources; no citation = bug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2240280"/>
            <a:ext cx="16459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2532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runs the gold-set; regressions block merge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0" y="3108960"/>
            <a:ext cx="16459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TELEMETRY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401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tokens-per-query, $/day, per persona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0" y="3977640"/>
            <a:ext cx="16459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5280" y="42702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re-ingesting unchanged content does nothing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0960" y="4846320"/>
            <a:ext cx="16459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0" y="4846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PLACEHOLDERS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0" y="5138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persona_visibility on every record (Phase 4 enforces)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What changes for FAaaS</a:t>
            </a:r>
            <a:endParaRPr lang="en-US" sz="2800" dirty="0"/>
          </a:p>
        </p:txBody>
      </p:sp>
      <p:pic>
        <p:nvPicPr>
          <p:cNvPr id="3" name="Image 0" descr="/tmp/kb-docx-build/diagrams/exec-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80160"/>
            <a:ext cx="1097280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The asks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items unblock everything.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5720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2286000"/>
                <a:gridCol w="164592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whom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of the PDD (Gate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Unblocks 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23ai Autonomous DB (dev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cannot start without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API access (Vault-stored)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mgmt + cloud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parser/synthesis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Vault + secrets (Confluence/Jira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+ cloud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ingestion 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team owners (PM, TPM)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engineering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schemas need authors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spend cap ($200 dev / $1K Phase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ceiling before scale-up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Risk &amp; mitigation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4754880"/>
        </p:xfrm>
        <a:graphic>
          <a:graphicData uri="http://schemas.openxmlformats.org/drawingml/2006/table">
            <a:tbl>
              <a:tblPr/>
              <a:tblGrid>
                <a:gridCol w="4114800"/>
                <a:gridCol w="6858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DB single-point-of-failure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 defaults (Data Guard) + per-schema metrics for granular restore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as external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LLMClient shim swaps to OCI Generative AI without rewriting call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team velocity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narrows to 3 producers; each new persona is config-only afterward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surprises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Per-call telemetry + per-PR eval cost cap ($0.50 default); hard CI cap ($5)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drift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pinned on main; baseline updates require justified 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clean seams (Store, LLMClient); persona configs are storage-agnostic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What success looks like (12 months)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Phase 4 exit: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persona Knowledge Builders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TPM, Aira in production; expanding to Eng Mgr / Ops Mgr / Service Owner one at a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7568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29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layer queried by multiple consumers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20299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Aira + ≥2 internal consumers (portals or coding assistants)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34056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34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883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recall · &gt;0.9 faithfulness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6883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persona's gold 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9242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&lt;$0.10 average cost per query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3467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$/query dashboard live (excl. ingestion)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50792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005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Aira incident response time -30%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0050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cached, cited context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709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weeks to onboard a new persona-agent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4663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+ one schema + gold set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6752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367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321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enforcement at retrieval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53218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content invisible to unauthorized consumers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Deeper-dive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curious.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389120"/>
        </p:xfrm>
        <a:graphic>
          <a:graphicData uri="http://schemas.openxmlformats.org/drawingml/2006/table">
            <a:tbl>
              <a:tblPr/>
              <a:tblGrid>
                <a:gridCol w="411480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product 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 — Knowledge Builder Framework (.docx)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Persona-builder 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persona-knowledge-builder.md  ·  ADR-004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stack 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shape per 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interfaces (developer-facing)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discipline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 setup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pmo/phase-briefs/PHASE-0-kickoff.md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docs/raw/knowledge-builder-framework-spec.md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7315200" cy="1371600"/>
          </a:xfrm>
          <a:prstGeom prst="rect">
            <a:avLst/>
          </a:prstGeom>
          <a:solidFill>
            <a:srgbClr val="FFFFFF"/>
          </a:solidFill>
          <a:ln w="508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EXEC-APPROVED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unblock Phase 1.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feedback  ·  amendments — happy to deep-dive any slide.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Builder Framework — Executive Brief</dc:title>
  <dc:subject>One knowledge layer for every AI agent in FAaaS</dc:subject>
  <dc:creator>Knowledge Builder Framework Team</dc:creator>
  <cp:lastModifiedBy>Knowledge Builder Framework Team</cp:lastModifiedBy>
  <cp:revision>1</cp:revision>
  <dcterms:created xsi:type="dcterms:W3CDTF">2026-05-06T04:56:23Z</dcterms:created>
  <dcterms:modified xsi:type="dcterms:W3CDTF">2026-05-06T04:56:23Z</dcterms:modified>
</cp:coreProperties>
</file>